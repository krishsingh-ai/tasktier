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3291840" cy="384048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7D2FE"/>
                </a:solidFill>
                <a:latin typeface="Segoe UI"/>
              </a:defRPr>
            </a:pPr>
            <a:r>
              <a:t>ACADEMIC JAVA WEB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8FAFC"/>
                </a:solidFill>
                <a:latin typeface="Segoe UI"/>
              </a:defRPr>
            </a:pPr>
            <a:r>
              <a:t>TaskTier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2E8F0"/>
                </a:solidFill>
                <a:latin typeface="Segoe UI"/>
              </a:defRPr>
            </a:pPr>
            <a:r>
              <a:t>Intelligent Task Prioritization &amp; Productivity Analytics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Built strictly with Core Java 17, Jakarta EE Servlets 6.0, Raw JDBC, SQLite, and Pure Vanilla Web Standards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840480"/>
            <a:ext cx="9966960" cy="2194560"/>
          </a:xfrm>
          <a:prstGeom prst="roundRect">
            <a:avLst/>
          </a:prstGeom>
          <a:solidFill>
            <a:srgbClr val="1C1C1A"/>
          </a:solidFill>
          <a:ln w="19050"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06908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Candidate / Team: </a:t>
            </a:r>
            <a:r>
              <a:rPr b="0">
                <a:solidFill>
                  <a:srgbClr val="94A3B8"/>
                </a:solidFill>
              </a:rPr>
              <a:t>[Student Name(s) / Candidate Placeholder]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Enrollment Number: </a:t>
            </a:r>
            <a:r>
              <a:rPr b="0">
                <a:solidFill>
                  <a:srgbClr val="94A3B8"/>
                </a:solidFill>
              </a:rPr>
              <a:t>[Enrollment Number / Roll ID Placeholder]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6634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Department &amp; Degree: </a:t>
            </a:r>
            <a:r>
              <a:rPr b="0">
                <a:solidFill>
                  <a:srgbClr val="FFFFFF"/>
                </a:solidFill>
              </a:rPr>
              <a:t>Department of Computer Science &amp; Engineering — B.Tech /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Faculty Guide: </a:t>
            </a:r>
            <a:r>
              <a:rPr b="0">
                <a:solidFill>
                  <a:srgbClr val="94A3B8"/>
                </a:solidFill>
              </a:rPr>
              <a:t>[Faculty Supervisor / Project Guide 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25780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Institution / University: </a:t>
            </a:r>
            <a:r>
              <a:rPr b="0">
                <a:solidFill>
                  <a:srgbClr val="94A3B8"/>
                </a:solidFill>
              </a:rPr>
              <a:t>[University / College Name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Evaluation Framework: </a:t>
            </a:r>
            <a:r>
              <a:rPr b="0">
                <a:solidFill>
                  <a:srgbClr val="FFFFFF"/>
                </a:solidFill>
              </a:rPr>
              <a:t>Java Web Project Rubric: Problem Design (8) + Core Java (10) + JDBC (8) + Servlets (7) = 33/33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02 / PROBLEM UNDERSTANDING (RUBRIC: 8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Industry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Segoe UI"/>
              </a:defRPr>
            </a:pPr>
            <a:r>
              <a:t>1. The 'Urgency Trap'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Cognitive Overload: Professionals and students juggle dozens of tasks across coursework, projects, and personal errands without objective ranking.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The Mere-Urgency Effect: Humans naturally prioritize urgent, low-impact tasks over high-importance, long-term goals.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Subjective Chaos: Manual ordering in generic to-do lists causes anxiety, missed critical deadlines, and decision fatigue.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Time Estimation Blindspot: Tasks lack structured effort tracking, preventing users from validating estimated vs actual completion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28016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630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Segoe UI"/>
              </a:defRPr>
            </a:pPr>
            <a:r>
              <a:t>2. Flaws in Current Apps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Binary Priority Flags: Standard apps only offer 'High/Medium/Low' flags without continuous mathematical score scaling.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Static Sorting: A task due in 2 hours is treated the same as one due in 2 weeks unless manually reorganized.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Heavy Framework Bloat: Modern web tools demand heavy SPAs (React/Angular/Node), gigabytes of node_modules, and complex cloud dependencies.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Lack of Background Concurrency: Standard educational projects lack thread-safe background schedulers to auto-detect overdue milestones.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8016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630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  <a:latin typeface="Segoe UI"/>
              </a:defRPr>
            </a:pPr>
            <a:r>
              <a:t>3. Target Users &amp; Value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Target Audience: College students, software engineering teams, researchers, and project managers managing competing deadlines.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Deterministic Algorithm: Real-time score generation (0.0 to 100.0) blending urgency decay with importance weight.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Actionable Tiers: Instant 4-tier visual hierarchy: Critical (&gt;=80), High (60-79), Medium (40-59), Low (&lt;40).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Self-Contained Deployment: Zero external server dependencies — runs completely in embedded SQLite with clean Jakarta Servlets.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03 / SOLUTION DESIGN &amp; ARCHITECTURAL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Technical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1005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</a:defRPr>
            </a:pPr>
            <a:r>
              <a:t>The TaskTier Solution: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 lightweight, production-grade Java web application that automates task triage using runtime polymorphic prioritization algorithms, multithreaded recalculation workers, and precision stopwatch time tracking — built strictly with pure Java Web technologies.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230368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8646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Objective 1: Quantitative Prioritization Engine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Implement Strategy Pattern (Weighted &amp; Urgency-Only) to dynamically compute scores based on deadline proximity and importance weight. Integrated with java.util.PriorityQueue&lt;Task&gt; and custom Comparator for descending score polling.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230368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8646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Objective 2: Robust JDBC Data Access Layer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Eliminate ORMs (Hibernate/JPA) in favor of raw JDBC PreparedStatement execution. Implement generic abstract BaseDAO&lt;T&gt; enforcing parameterization, transaction isolation, auto-generated keys, and SQLite foreign key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5230368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646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Segoe UI"/>
              </a:defRPr>
            </a:pPr>
            <a:r>
              <a:t>Objective 3: Multithreaded Processing &amp; Housekeeper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Deploy a fixed 3-worker ExecutorService for parallel score batch updates. Deploy a daemon ScheduledExecutorService running every 60 seconds to inspect deadlines and automatically transition expired tasks to OVERDUE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34840"/>
            <a:ext cx="5230368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8646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Segoe UI"/>
              </a:defRPr>
            </a:pPr>
            <a:r>
              <a:t>Objective 4: Security, RBAC &amp; Refined Pure UI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Enforce session-based RBAC with AuthFilter protecting restricted paths. Provide administrator console for runtime algorithm swapping. Deliver responsive pure CSS3 UI with zero external CDN dependencies and instant dark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04 / SOURCE REPOSITORY &amp; ALLOWED TOOLS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Structure &amp; Approved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Actual Codebase Organization (43 Java Files):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tasktier/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├── pom.xml                 # Maven build &amp; 4 core dependencies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├── README.md               # Architecture &amp; rubric documentation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└── src/main/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├── resources/db/       # schema.sql (DDL + 6 performance indexes)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├── webapp/             # Webroot &amp; static assets</a:t>
            </a:r>
          </a:p>
          <a:p>
            <a:pPr>
              <a:defRPr sz="1000">
                <a:solidFill>
                  <a:srgbClr val="4F46E5"/>
                </a:solidFill>
                <a:latin typeface="Consolas"/>
              </a:defRPr>
            </a:pPr>
            <a:r>
              <a:t>    │   ├── WEB-INF/views/  # dashboard.jsp, tasks.jsp, admin.jsp...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│   ├── WEB-INF/web.xml # Servlet 6.0 deployment descriptor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│   └── static/         # pure style.css &amp; vanilla app.js</a:t>
            </a:r>
          </a:p>
          <a:p>
            <a:pPr>
              <a:defRPr sz="1000">
                <a:solidFill>
                  <a:srgbClr val="4F46E5"/>
                </a:solidFill>
                <a:latin typeface="Consolas"/>
              </a:defRPr>
            </a:pPr>
            <a:r>
              <a:t>    └── java/com/tasktier/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config/         # AppInitializer (ServletContextListener)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dao/            # BaseDAO&lt;T&gt;, TaskDAO, UserDAO, TimeEntryDAO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exception/      # TaskTierException hierarchy (4 classes)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filter/         # AuthFilter (Session RBAC &amp; API protection)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model/          # Task, User, Category, TimeEntry, Priority...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service/        # TaskService, PriorityCalculator, AuthService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servlet/        # 9 RESTful Servlets extending BaseServlet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├── strategy/       # PriorityStrategy, Weighted, UrgencyOnly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└── util/           # DBConnection, PasswordHasher, DateUtil...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Technology Stack &amp; Rubric Constraints: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Core Language: </a:t>
            </a:r>
            <a:r>
              <a:rPr b="0">
                <a:solidFill>
                  <a:srgbClr val="0F172A"/>
                </a:solidFill>
              </a:rPr>
              <a:t>Java 17 (LTS) — OOP, Generics, Collections, Multithreading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Web Container: </a:t>
            </a:r>
            <a:r>
              <a:rPr b="0">
                <a:solidFill>
                  <a:srgbClr val="0F172A"/>
                </a:solidFill>
              </a:rPr>
              <a:t>Jakarta EE Servlet API 6.0 (Jakarta Servlets &amp; Filters)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Server Pages: </a:t>
            </a:r>
            <a:r>
              <a:rPr b="0">
                <a:solidFill>
                  <a:srgbClr val="0F172A"/>
                </a:solidFill>
              </a:rPr>
              <a:t>Jakarta JSP API 3.1 for view rendering and data display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Database Engine: </a:t>
            </a:r>
            <a:r>
              <a:rPr b="0">
                <a:solidFill>
                  <a:srgbClr val="0F172A"/>
                </a:solidFill>
              </a:rPr>
              <a:t>SQLite 3.45 via org.xerial:sqlite-jdbc (Embedded, Zero Server)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Build Automation: </a:t>
            </a:r>
            <a:r>
              <a:rPr b="0">
                <a:solidFill>
                  <a:srgbClr val="0F172A"/>
                </a:solidFill>
              </a:rPr>
              <a:t>Apache Maven 3.9.9 with maven-war-plugin and jetty-maven-plugin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JSON Serializer: </a:t>
            </a:r>
            <a:r>
              <a:rPr b="0">
                <a:solidFill>
                  <a:srgbClr val="0F172A"/>
                </a:solidFill>
              </a:rPr>
              <a:t>Google Gson 2.10.1 for RESTful client-server serialization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Security Utility: </a:t>
            </a:r>
            <a:r>
              <a:rPr b="0">
                <a:solidFill>
                  <a:srgbClr val="0F172A"/>
                </a:solidFill>
              </a:rPr>
              <a:t>BCrypt salted password hashing with work factor 12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Frontend Styling: </a:t>
            </a:r>
            <a:r>
              <a:rPr b="0">
                <a:solidFill>
                  <a:srgbClr val="0F172A"/>
                </a:solidFill>
              </a:rPr>
              <a:t>Pure CSS3 with custom properties — 100% Zero Frameworks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✔ Client Scripting: </a:t>
            </a:r>
            <a:r>
              <a:rPr b="0">
                <a:solidFill>
                  <a:srgbClr val="0F172A"/>
                </a:solidFill>
              </a:rPr>
              <a:t>Vanilla JavaScript (Fetch API, DOM manipulation) — No React/Vue</a:t>
            </a:r>
          </a:p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✔ Strict Absence: </a:t>
            </a:r>
            <a:r>
              <a:rPr b="0">
                <a:solidFill>
                  <a:srgbClr val="0F172A"/>
                </a:solidFill>
              </a:rPr>
              <a:t>NO Spring, NO Hibernate/JPA, NO Tailwind, NO Bootstrap CDN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05 / ARCHITECTURE DESIGN (RUBRIC: 8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End-to-End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98079" cy="41775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234440"/>
            <a:ext cx="30476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325880"/>
            <a:ext cx="27733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Request Lifecycle Flow: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1. Client Request: User submits form or AJAX request via standard browser HTTP (GET/POST/PUT/DELETE).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2. Filter Interception: AuthFilter intercepts requests, inspects active session, and validates role authorization.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3. Controller Tunneling: BaseServlet intercepts POST requests with _method parameter (tunneling PUT/DELETE).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4. Service Execution: TaskService validates inputs, calls PriorityCalculator to evaluate priority score.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5. Multithreaded Recalibration: PriorityCalculator dispatches recalculation across a 3-worker ExecutorService.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6. JDBC Persistence: BaseDAO executes parameterized PreparedStatement against SQLite database.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7. View Dispatch: Request forwarded to JSP (HTML) or returned as JSON for dynamic DOM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06 / DATABASE DESIGN (RUBRIC: 8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Relational Database Design &amp; Entity-Relationship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98079" cy="41775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234440"/>
            <a:ext cx="30476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325880"/>
            <a:ext cx="27733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Schema Specifications: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Normalized 3NF Schema: 4 core relational tables: users, categories, tasks, and time_entries.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Referential Integrity: Foreign key constraints enforced via PRAGMA foreign_keys = ON at connection time.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Idempotent Migrations: schema.sql executed automatically by AppInitializer using Statement.execute().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10 Pre-Seeded Categories: Work, Study, Health, Finance, Shopping, Projects, etc., seeded with INSERT OR IGNORE.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6 B-Tree Indexes: Speed up user filtering, category joins, status sorting, and time tracking logs.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Security First: BCrypt password hashing prevents plain-text credential leaks.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Embedded SQLite: Zero external database daemon needed; database resides in portable tasktier.db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07 / JDBC INTEGRATION (RUBRIC: 8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Database Connectivity &amp; Raw JDBC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Actual Project Code Excerpt (BaseDAO.java):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// Generic Template Method for Parameterized Insert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public T insert(T entity) throws DataAccessException {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String sql = getInsertSql();</a:t>
            </a:r>
          </a:p>
          <a:p>
            <a:pPr>
              <a:defRPr sz="1000">
                <a:solidFill>
                  <a:srgbClr val="4F46E5"/>
                </a:solidFill>
                <a:latin typeface="Consolas"/>
              </a:defRPr>
            </a:pPr>
            <a:r>
              <a:t>    try (Connection conn = DBConnection.getConnection();</a:t>
            </a:r>
          </a:p>
          <a:p>
            <a:pPr>
              <a:defRPr sz="1000">
                <a:solidFill>
                  <a:srgbClr val="4F46E5"/>
                </a:solidFill>
                <a:latin typeface="Consolas"/>
              </a:defRPr>
            </a:pPr>
            <a:r>
              <a:t>         PreparedStatement stmt = conn.prepareStatement(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     sql, Statement.RETURN_GENERATED_KEYS)) {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setInsertParameters(stmt, entity);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stmt.executeUpdate();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try (ResultSet keys = stmt.getGeneratedKeys()) {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    if (keys.next()) {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        setGeneratedId(entity, keys.getInt(1));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    }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return entity;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} catch (SQLException ex) {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AppLogger.error(getClass(), "Insert failed", ex);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    throw new DataAccessException("Insert error", ex);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    }</a:t>
            </a:r>
          </a:p>
          <a:p>
            <a:pPr>
              <a:defRPr sz="1000">
                <a:solidFill>
                  <a:srgbClr val="47556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17320"/>
            <a:ext cx="3962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Key JDBC Architectural Highlights: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Singleton DBConnection Manager: </a:t>
            </a:r>
            <a:r>
              <a:rPr b="0">
                <a:solidFill>
                  <a:srgbClr val="475569"/>
                </a:solidFill>
              </a:rPr>
              <a:t>Thread-safe connection provider loading org.sqlite.JDBC via reflection. Configurable JDBC URL with PRAGMA foreign_keys = ON;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Generic BaseDAO&lt;T&gt; Pattern: </a:t>
            </a:r>
            <a:r>
              <a:rPr b="0">
                <a:solidFill>
                  <a:srgbClr val="475569"/>
                </a:solidFill>
              </a:rPr>
              <a:t>Abstract base class implementing Persistable&lt;T&gt;. Eliminates boilerplate while guaranteeing uniform error logging and resource disposal.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100% Parameterized Statements: </a:t>
            </a:r>
            <a:r>
              <a:rPr b="0">
                <a:solidFill>
                  <a:srgbClr val="475569"/>
                </a:solidFill>
              </a:rPr>
              <a:t>Zero dynamic string concatenation in SQL queries. Complete immunity against SQL Injection attacks across all CRUD operations.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Auto-Generated Primary Keys: </a:t>
            </a:r>
            <a:r>
              <a:rPr b="0">
                <a:solidFill>
                  <a:srgbClr val="475569"/>
                </a:solidFill>
              </a:rPr>
              <a:t>Captures SQLite auto-increment IDs using Statement.RETURN_GENERATED_KEYS and keys.getInt(1).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Automated Resource Management: </a:t>
            </a:r>
            <a:r>
              <a:rPr b="0">
                <a:solidFill>
                  <a:srgbClr val="475569"/>
                </a:solidFill>
              </a:rPr>
              <a:t>Strict try-with-resources on Connection, PreparedStatement, and ResultSet preventing connection pool starvation and file locks.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Scalar Subqueries &amp; DTO Aggregations: </a:t>
            </a:r>
            <a:r>
              <a:rPr b="0">
                <a:solidFill>
                  <a:srgbClr val="475569"/>
                </a:solidFill>
              </a:rPr>
              <a:t>AdminServlet &amp; UserDAO utilize scalar subqueries to compute user task counts and logged hours in a single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08 / UI &amp; USER EXPERIENCE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User Interface &amp; Responsive 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pic>
        <p:nvPicPr>
          <p:cNvPr id="7" name="Picture 6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42900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1280160"/>
            <a:ext cx="3429000" cy="22402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80160"/>
            <a:ext cx="3429000" cy="2240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43400" y="1280160"/>
            <a:ext cx="3429000" cy="22402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94760"/>
            <a:ext cx="3429000" cy="2240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3794760"/>
            <a:ext cx="3429000" cy="22402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794760"/>
            <a:ext cx="3429000" cy="2240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43400" y="3794760"/>
            <a:ext cx="3429000" cy="22402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1280160"/>
            <a:ext cx="35048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371600"/>
            <a:ext cx="32305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Refined UI/UX Design System: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Quiet &amp; Confident Theme: </a:t>
            </a:r>
            <a:r>
              <a:rPr b="0">
                <a:solidFill>
                  <a:srgbClr val="475569"/>
                </a:solidFill>
              </a:rPr>
              <a:t>Warm paper #fafaf7 in light mode and warm charcoal #131312 in dark mode. Eliminates harsh pure blacks.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Zero Frameworks: </a:t>
            </a:r>
            <a:r>
              <a:rPr b="0">
                <a:solidFill>
                  <a:srgbClr val="475569"/>
                </a:solidFill>
              </a:rPr>
              <a:t>Handcrafted CSS3 with CSS variables, modern flexbox, CSS grid, and responsive drawer navigation.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Visual Tier Indicators: </a:t>
            </a:r>
            <a:r>
              <a:rPr b="0">
                <a:solidFill>
                  <a:srgbClr val="475569"/>
                </a:solidFill>
              </a:rPr>
              <a:t>Tinted badges instantly differentiate Critical (Red), High (Amber), Medium (Yellow), and Low (Green) tasks.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Live Interactive Stopwatch: </a:t>
            </a:r>
            <a:r>
              <a:rPr b="0">
                <a:solidFill>
                  <a:srgbClr val="475569"/>
                </a:solidFill>
              </a:rPr>
              <a:t>Plain JavaScript timer calculating elapsed seconds via java.time.Duration without external libraries.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Instant Theme Switching: </a:t>
            </a:r>
            <a:r>
              <a:rPr b="0">
                <a:solidFill>
                  <a:srgbClr val="475569"/>
                </a:solidFill>
              </a:rPr>
              <a:t>Saved in localStorage; executes synchronously before DOMContentLoaded to eliminate theme flash.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Accessible Form Validation: </a:t>
            </a:r>
            <a:r>
              <a:rPr b="0">
                <a:solidFill>
                  <a:srgbClr val="475569"/>
                </a:solidFill>
              </a:rPr>
              <a:t>HTML5 client validation paired with backend ValidationException field mapping.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09 / CORE JAVA CONCEPTS (RUBRIC: 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Java &amp; OOP Principles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egoe UI"/>
              </a:defRPr>
            </a:pPr>
            <a:r>
              <a:t>1. Encapsulation &amp; POJOs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All domain models (Task, User, Category, TimeEntry) feature private fields, defensive accessors, equals/hashCode contracts, and validation. Models implement java.lang.Comparable&lt;Task&gt; for score-based natural ordering.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Inheritance &amp; Hierarchy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BaseServlet extends HttpServlet providing uniform method tunneling (_method=PUT/DELETE) and JSON serialization. BaseDAO&lt;T&gt; provides abstract generic CRUD template methods to UserDAO, TaskDAO,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173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Polymorphism &amp; Strategy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PriorityStrategy interface with WeightedPriorityStrategy and UrgencyOnlyStrategy. Administrators switch algorithms dynamically at runtime via AdminServlet, recalculating all scores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4. Abstraction &amp; Interfaces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Strict abstraction via Persistable&lt;T&gt; interface defining CRUD operations and Authenticatable interface defining user verification. Complete separation of contracts from implementation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319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  <a:latin typeface="Segoe UI"/>
              </a:defRPr>
            </a:pPr>
            <a:r>
              <a:t>5. Collections &amp; Generics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PriorityQueue&lt;Task&gt; with custom Comparator for score sorting. ConcurrentHashMap&lt;String, HttpSession&gt; for active session registry. Streams API (filter, map, collect, groupingBy, counting) for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01568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31920"/>
            <a:ext cx="31272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6. Multithreading &amp; Concurrency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3-Worker ExecutorService partitioning tasks into Callable&lt;Integer&gt; batches. synchronized method modifier on recalculateAll() preventing race conditions. ScheduledExecutorService housekeeper running every 60s.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10 / RUBRIC EVALUATION SCORECARD (33 / 33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Marking Rubric Alignment &amp; Implementation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5486400"/>
                <a:gridCol w="2041855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Rubric Category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Marks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Implemented Code &amp; Artifacts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 &amp; Verification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Problem Understanding &amp; Solution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8 / 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Formal multi-factor task prioritization formulation. Solves cognitive overload via automated urgency decay and importance weighting. Role-based access for standard users and system administrators.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100% Complete</a:t>
                      </a:r>
                    </a:p>
                    <a:p>
                      <a:r>
                        <a:t>Verified via End-to-End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Core Java Concepts &amp; Concurrency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10 / 10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Encapsulation, inheritance (BaseServlet), polymorphism (PriorityStrategy), generic BaseDAO&lt;T&gt;, PriorityQueue&lt;Task&gt; + Comparator, Streams API, 3-thread ExecutorService with synchronized recalculateAll(), and 60s ScheduledExecutorService.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100% Complete</a:t>
                      </a:r>
                    </a:p>
                    <a:p>
                      <a:r>
                        <a:t>43 Source Files Compiled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Database Integration using JDBC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8 / 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Raw JDBC architecture via DBConnection singleton. SQLite embedded engine with foreign keys (PRAGMA foreign_keys = ON). 100% parameterized PreparedStatement queries, auto-generated key retrieval, and 6 performance B-Tree indexes.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100% Complete</a:t>
                      </a:r>
                    </a:p>
                    <a:p>
                      <a:r>
                        <a:t>Verified CRUD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Servlets &amp; Web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  <a:latin typeface="Segoe UI"/>
                        </a:defRPr>
                      </a:pPr>
                      <a:r>
                        <a:t>7 / 7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Jakarta EE Servlets 6.0 (9 servlets). AuthFilter for route protection and RBAC. HTTP method tunneling (_method=PUT/DELETE). Dual JSON/JSP dispatch. AppInitializer lifecycle listener. Pure CSS/vanilla JS responsive UI.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100% Complete</a:t>
                      </a:r>
                    </a:p>
                    <a:p>
                      <a:r>
                        <a:t>Jetty 11 Runtime Verified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SLIDE 11 / TESTING, ENGINEERING CHALLENGES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Verification Suite, Challenges Solved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TaskTier — Intelligent Task Prioritization System | College Project Review &amp; Viva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097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Automated Verification &amp; Challenges Solved: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7-Phase End-to-End Test Suite: </a:t>
            </a:r>
            <a:r>
              <a:rPr b="0">
                <a:solidFill>
                  <a:srgbClr val="475569"/>
                </a:solidFill>
              </a:rPr>
              <a:t>Automated PowerShell test harness verified all public endpoints, admin login, RBAC protection, category creation, task scoring, and stopwatch logging with 100% success.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Challenge: SQLite Concurrency &amp; Table Locks: </a:t>
            </a:r>
            <a:r>
              <a:rPr b="0">
                <a:solidFill>
                  <a:srgbClr val="475569"/>
                </a:solidFill>
              </a:rPr>
              <a:t>SQLite does not support concurrent database writes. Solved by synchronizing the recalculateAll() method and executing chunked batch writes sequentially across worker results.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Challenge: Decoupled Deadline Inputs: </a:t>
            </a:r>
            <a:r>
              <a:rPr b="0">
                <a:solidFill>
                  <a:srgbClr val="475569"/>
                </a:solidFill>
              </a:rPr>
              <a:t>Native datetime-local inputs enforce time entry. Solved by decoupling deadlineDate (min 2026-01-01) and optional deadlineTime (default 23:59) with backend ISO-8601 string synthesis.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Challenge: Theme Flash on Page Load: </a:t>
            </a:r>
            <a:r>
              <a:rPr b="0">
                <a:solidFill>
                  <a:srgbClr val="475569"/>
                </a:solidFill>
              </a:rPr>
              <a:t>Solved via inline execution in app.js applying data-theme from localStorage prior to DOMContentLoaded.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270" y="1280160"/>
            <a:ext cx="5175504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150" y="1371600"/>
            <a:ext cx="48097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Realistic Future Enhancements Roadmap:</a:t>
            </a:r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★ Calendar Sync (iCal / Google Calendar): </a:t>
            </a:r>
            <a:r>
              <a:rPr b="0">
                <a:solidFill>
                  <a:srgbClr val="475569"/>
                </a:solidFill>
              </a:rPr>
              <a:t>Expose an iCalendar (.ics) feed servlet allowing students to subscribe to their prioritized deadlines directly from Google Calendar or Apple Calendar.</a:t>
            </a:r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★ WebSockets for Multi-User Live Sync: </a:t>
            </a:r>
            <a:r>
              <a:rPr b="0">
                <a:solidFill>
                  <a:srgbClr val="475569"/>
                </a:solidFill>
              </a:rPr>
              <a:t>Implement Jakarta WebSocket endpoints (ServerEndpoint) to broadcast instant priority changes and timer events across active browser sessions in real time.</a:t>
            </a:r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★ Sub-Tasks &amp; Dependency Graph: </a:t>
            </a:r>
            <a:r>
              <a:rPr b="0">
                <a:solidFill>
                  <a:srgbClr val="475569"/>
                </a:solidFill>
              </a:rPr>
              <a:t>Extend task model with parent_id foreign key to model task pre-requisites and topological sorting via directed acyclic graphs (DAG).</a:t>
            </a:r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★ Automated PDF / CSV Productivity Export: </a:t>
            </a:r>
            <a:r>
              <a:rPr b="0">
                <a:solidFill>
                  <a:srgbClr val="475569"/>
                </a:solidFill>
              </a:rPr>
              <a:t>Integrate a pure Java document generator to allow users to export weekly productivity reports and logged timesheets for academic advisors.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66960" cy="2926080"/>
          </a:xfrm>
          <a:prstGeom prst="roundRect">
            <a:avLst/>
          </a:prstGeom>
          <a:solidFill>
            <a:srgbClr val="1C1C1A"/>
          </a:solidFill>
          <a:ln w="19050">
            <a:solidFill>
              <a:srgbClr val="333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Key Project Takeaways &amp; Technical Summary: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✔ Strict Standard Compliance: Demonstrated that modern, performant, and elegant web software can be crafted using Core Java 17, Jakarta Servlets, raw JDBC, and pure CSS/JS without heavy external framework bloat.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✔ True OOP in Action: Grounded practical implementations of Strategy, Singleton, and Template Method patterns directly in business scoring and data persistence.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✔ Concurrency &amp; Concurrency Safety: Successfully combined thread pooling (ExecutorService), thread synchronization, and background daemon housekeeping (ScheduledExecutorService) in an embedded database environment.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✔ Production Polish: Complete zero-error compilation, 100% Javadoc coverage across all 43 classes, and automated end-to-end test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9966960" cy="192024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Questions &amp; Answers / Technical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